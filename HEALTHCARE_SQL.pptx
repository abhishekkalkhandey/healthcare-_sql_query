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ECD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41951"/>
            <a:ext cx="4357152" cy="25450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76164" y="7090980"/>
            <a:ext cx="5720823" cy="319601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-8064"/>
            <a:ext cx="4934625" cy="286304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204069" y="0"/>
            <a:ext cx="4084320" cy="1577975"/>
          </a:xfrm>
          <a:custGeom>
            <a:avLst/>
            <a:gdLst/>
            <a:ahLst/>
            <a:cxnLst/>
            <a:rect l="l" t="t" r="r" b="b"/>
            <a:pathLst>
              <a:path w="4084319" h="1577975">
                <a:moveTo>
                  <a:pt x="2450532" y="1475289"/>
                </a:moveTo>
                <a:lnTo>
                  <a:pt x="3917381" y="1475289"/>
                </a:lnTo>
                <a:lnTo>
                  <a:pt x="3870191" y="1475591"/>
                </a:lnTo>
                <a:lnTo>
                  <a:pt x="3822799" y="1477163"/>
                </a:lnTo>
                <a:lnTo>
                  <a:pt x="3775235" y="1479876"/>
                </a:lnTo>
                <a:lnTo>
                  <a:pt x="3727528" y="1483603"/>
                </a:lnTo>
                <a:lnTo>
                  <a:pt x="3679710" y="1488214"/>
                </a:lnTo>
                <a:lnTo>
                  <a:pt x="3631808" y="1493582"/>
                </a:lnTo>
                <a:lnTo>
                  <a:pt x="3583854" y="1499578"/>
                </a:lnTo>
                <a:lnTo>
                  <a:pt x="3535877" y="1506073"/>
                </a:lnTo>
                <a:lnTo>
                  <a:pt x="3201897" y="1554736"/>
                </a:lnTo>
                <a:lnTo>
                  <a:pt x="3154808" y="1560604"/>
                </a:lnTo>
                <a:lnTo>
                  <a:pt x="3107965" y="1565816"/>
                </a:lnTo>
                <a:lnTo>
                  <a:pt x="3061397" y="1570243"/>
                </a:lnTo>
                <a:lnTo>
                  <a:pt x="3015134" y="1573756"/>
                </a:lnTo>
                <a:lnTo>
                  <a:pt x="2969205" y="1576228"/>
                </a:lnTo>
                <a:lnTo>
                  <a:pt x="2923510" y="1577534"/>
                </a:lnTo>
                <a:lnTo>
                  <a:pt x="2878470" y="1577534"/>
                </a:lnTo>
                <a:lnTo>
                  <a:pt x="2837410" y="1576228"/>
                </a:lnTo>
                <a:lnTo>
                  <a:pt x="2835467" y="1576228"/>
                </a:lnTo>
                <a:lnTo>
                  <a:pt x="2789431" y="1573133"/>
                </a:lnTo>
                <a:lnTo>
                  <a:pt x="2745623" y="1568471"/>
                </a:lnTo>
                <a:lnTo>
                  <a:pt x="2702327" y="1561997"/>
                </a:lnTo>
                <a:lnTo>
                  <a:pt x="2659575" y="1553582"/>
                </a:lnTo>
                <a:lnTo>
                  <a:pt x="2617395" y="1543099"/>
                </a:lnTo>
                <a:lnTo>
                  <a:pt x="2575819" y="1530418"/>
                </a:lnTo>
                <a:lnTo>
                  <a:pt x="2534875" y="1515411"/>
                </a:lnTo>
                <a:lnTo>
                  <a:pt x="2494593" y="1497951"/>
                </a:lnTo>
                <a:lnTo>
                  <a:pt x="2455004" y="1477907"/>
                </a:lnTo>
                <a:lnTo>
                  <a:pt x="2450532" y="1475289"/>
                </a:lnTo>
                <a:close/>
              </a:path>
              <a:path w="4084319" h="1577975">
                <a:moveTo>
                  <a:pt x="0" y="0"/>
                </a:moveTo>
                <a:lnTo>
                  <a:pt x="4083930" y="0"/>
                </a:lnTo>
                <a:lnTo>
                  <a:pt x="4083930" y="1486772"/>
                </a:lnTo>
                <a:lnTo>
                  <a:pt x="4057442" y="1483288"/>
                </a:lnTo>
                <a:lnTo>
                  <a:pt x="4011036" y="1479009"/>
                </a:lnTo>
                <a:lnTo>
                  <a:pt x="3964339" y="1476386"/>
                </a:lnTo>
                <a:lnTo>
                  <a:pt x="3917381" y="1475289"/>
                </a:lnTo>
                <a:lnTo>
                  <a:pt x="2450532" y="1475289"/>
                </a:lnTo>
                <a:lnTo>
                  <a:pt x="2416137" y="1455153"/>
                </a:lnTo>
                <a:lnTo>
                  <a:pt x="2378021" y="1429559"/>
                </a:lnTo>
                <a:lnTo>
                  <a:pt x="2341295" y="1401353"/>
                </a:lnTo>
                <a:lnTo>
                  <a:pt x="2306545" y="1371073"/>
                </a:lnTo>
                <a:lnTo>
                  <a:pt x="2273591" y="1338913"/>
                </a:lnTo>
                <a:lnTo>
                  <a:pt x="2242252" y="1305066"/>
                </a:lnTo>
                <a:lnTo>
                  <a:pt x="2212350" y="1269725"/>
                </a:lnTo>
                <a:lnTo>
                  <a:pt x="2183703" y="1233083"/>
                </a:lnTo>
                <a:lnTo>
                  <a:pt x="2156131" y="1195333"/>
                </a:lnTo>
                <a:lnTo>
                  <a:pt x="2129454" y="1156667"/>
                </a:lnTo>
                <a:lnTo>
                  <a:pt x="2103493" y="1117280"/>
                </a:lnTo>
                <a:lnTo>
                  <a:pt x="2078067" y="1077364"/>
                </a:lnTo>
                <a:lnTo>
                  <a:pt x="2052996" y="1037111"/>
                </a:lnTo>
                <a:lnTo>
                  <a:pt x="2003199" y="956369"/>
                </a:lnTo>
                <a:lnTo>
                  <a:pt x="1978112" y="916266"/>
                </a:lnTo>
                <a:lnTo>
                  <a:pt x="1952660" y="876599"/>
                </a:lnTo>
                <a:lnTo>
                  <a:pt x="1926662" y="837561"/>
                </a:lnTo>
                <a:lnTo>
                  <a:pt x="1899939" y="799345"/>
                </a:lnTo>
                <a:lnTo>
                  <a:pt x="1872310" y="762143"/>
                </a:lnTo>
                <a:lnTo>
                  <a:pt x="1843595" y="726149"/>
                </a:lnTo>
                <a:lnTo>
                  <a:pt x="1813614" y="691557"/>
                </a:lnTo>
                <a:lnTo>
                  <a:pt x="1782187" y="658557"/>
                </a:lnTo>
                <a:lnTo>
                  <a:pt x="1749134" y="627345"/>
                </a:lnTo>
                <a:lnTo>
                  <a:pt x="1714275" y="598113"/>
                </a:lnTo>
                <a:lnTo>
                  <a:pt x="1677430" y="571053"/>
                </a:lnTo>
                <a:lnTo>
                  <a:pt x="1638417" y="546359"/>
                </a:lnTo>
                <a:lnTo>
                  <a:pt x="1595738" y="523552"/>
                </a:lnTo>
                <a:lnTo>
                  <a:pt x="1551893" y="504071"/>
                </a:lnTo>
                <a:lnTo>
                  <a:pt x="1506976" y="487669"/>
                </a:lnTo>
                <a:lnTo>
                  <a:pt x="1461077" y="474100"/>
                </a:lnTo>
                <a:lnTo>
                  <a:pt x="1414287" y="463115"/>
                </a:lnTo>
                <a:lnTo>
                  <a:pt x="1366699" y="454468"/>
                </a:lnTo>
                <a:lnTo>
                  <a:pt x="1318403" y="447911"/>
                </a:lnTo>
                <a:lnTo>
                  <a:pt x="1269492" y="443196"/>
                </a:lnTo>
                <a:lnTo>
                  <a:pt x="1220056" y="440076"/>
                </a:lnTo>
                <a:lnTo>
                  <a:pt x="1170187" y="438305"/>
                </a:lnTo>
                <a:lnTo>
                  <a:pt x="1119977" y="437633"/>
                </a:lnTo>
                <a:lnTo>
                  <a:pt x="628302" y="437633"/>
                </a:lnTo>
                <a:lnTo>
                  <a:pt x="619214" y="437021"/>
                </a:lnTo>
                <a:lnTo>
                  <a:pt x="571284" y="432128"/>
                </a:lnTo>
                <a:lnTo>
                  <a:pt x="517114" y="424164"/>
                </a:lnTo>
                <a:lnTo>
                  <a:pt x="464082" y="413373"/>
                </a:lnTo>
                <a:lnTo>
                  <a:pt x="412320" y="399368"/>
                </a:lnTo>
                <a:lnTo>
                  <a:pt x="361960" y="381763"/>
                </a:lnTo>
                <a:lnTo>
                  <a:pt x="313133" y="360168"/>
                </a:lnTo>
                <a:lnTo>
                  <a:pt x="256400" y="328262"/>
                </a:lnTo>
                <a:lnTo>
                  <a:pt x="202451" y="289338"/>
                </a:lnTo>
                <a:lnTo>
                  <a:pt x="150930" y="242066"/>
                </a:lnTo>
                <a:lnTo>
                  <a:pt x="120443" y="208056"/>
                </a:lnTo>
                <a:lnTo>
                  <a:pt x="92703" y="172129"/>
                </a:lnTo>
                <a:lnTo>
                  <a:pt x="67493" y="134432"/>
                </a:lnTo>
                <a:lnTo>
                  <a:pt x="44594" y="95112"/>
                </a:lnTo>
                <a:lnTo>
                  <a:pt x="23790" y="54319"/>
                </a:lnTo>
                <a:lnTo>
                  <a:pt x="4864" y="12199"/>
                </a:lnTo>
                <a:lnTo>
                  <a:pt x="0" y="0"/>
                </a:lnTo>
                <a:close/>
              </a:path>
              <a:path w="4084319" h="1577975">
                <a:moveTo>
                  <a:pt x="628302" y="437633"/>
                </a:moveTo>
                <a:lnTo>
                  <a:pt x="1119977" y="437633"/>
                </a:lnTo>
                <a:lnTo>
                  <a:pt x="1069517" y="437815"/>
                </a:lnTo>
                <a:lnTo>
                  <a:pt x="863930" y="442193"/>
                </a:lnTo>
                <a:lnTo>
                  <a:pt x="862346" y="442193"/>
                </a:lnTo>
                <a:lnTo>
                  <a:pt x="809477" y="442967"/>
                </a:lnTo>
                <a:lnTo>
                  <a:pt x="766627" y="442967"/>
                </a:lnTo>
                <a:lnTo>
                  <a:pt x="716977" y="442193"/>
                </a:lnTo>
                <a:lnTo>
                  <a:pt x="667809" y="440294"/>
                </a:lnTo>
                <a:lnTo>
                  <a:pt x="628302" y="437633"/>
                </a:lnTo>
                <a:close/>
              </a:path>
            </a:pathLst>
          </a:custGeom>
          <a:solidFill>
            <a:srgbClr val="CC80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4309306" y="0"/>
            <a:ext cx="3978910" cy="1920239"/>
          </a:xfrm>
          <a:custGeom>
            <a:avLst/>
            <a:gdLst/>
            <a:ahLst/>
            <a:cxnLst/>
            <a:rect l="l" t="t" r="r" b="b"/>
            <a:pathLst>
              <a:path w="3978909" h="1920239">
                <a:moveTo>
                  <a:pt x="2218550" y="971740"/>
                </a:moveTo>
                <a:lnTo>
                  <a:pt x="2196096" y="927506"/>
                </a:lnTo>
                <a:lnTo>
                  <a:pt x="2173160" y="880846"/>
                </a:lnTo>
                <a:lnTo>
                  <a:pt x="2147747" y="834097"/>
                </a:lnTo>
                <a:lnTo>
                  <a:pt x="2117902" y="789609"/>
                </a:lnTo>
                <a:lnTo>
                  <a:pt x="2081618" y="749731"/>
                </a:lnTo>
                <a:lnTo>
                  <a:pt x="2046135" y="721156"/>
                </a:lnTo>
                <a:lnTo>
                  <a:pt x="2007285" y="697077"/>
                </a:lnTo>
                <a:lnTo>
                  <a:pt x="1966264" y="676262"/>
                </a:lnTo>
                <a:lnTo>
                  <a:pt x="1893404" y="643470"/>
                </a:lnTo>
                <a:lnTo>
                  <a:pt x="1829600" y="619175"/>
                </a:lnTo>
                <a:lnTo>
                  <a:pt x="1762112" y="606120"/>
                </a:lnTo>
                <a:lnTo>
                  <a:pt x="1727746" y="606018"/>
                </a:lnTo>
                <a:lnTo>
                  <a:pt x="1694281" y="611390"/>
                </a:lnTo>
                <a:lnTo>
                  <a:pt x="1662684" y="622935"/>
                </a:lnTo>
                <a:lnTo>
                  <a:pt x="1856003" y="813993"/>
                </a:lnTo>
                <a:lnTo>
                  <a:pt x="1886508" y="843635"/>
                </a:lnTo>
                <a:lnTo>
                  <a:pt x="1917674" y="872210"/>
                </a:lnTo>
                <a:lnTo>
                  <a:pt x="1950173" y="898677"/>
                </a:lnTo>
                <a:lnTo>
                  <a:pt x="1984641" y="921943"/>
                </a:lnTo>
                <a:lnTo>
                  <a:pt x="2042998" y="950442"/>
                </a:lnTo>
                <a:lnTo>
                  <a:pt x="2103678" y="971499"/>
                </a:lnTo>
                <a:lnTo>
                  <a:pt x="2162683" y="983068"/>
                </a:lnTo>
                <a:lnTo>
                  <a:pt x="2191664" y="981532"/>
                </a:lnTo>
                <a:lnTo>
                  <a:pt x="2218550" y="971740"/>
                </a:lnTo>
                <a:close/>
              </a:path>
              <a:path w="3978909" h="1920239">
                <a:moveTo>
                  <a:pt x="2758783" y="610908"/>
                </a:moveTo>
                <a:lnTo>
                  <a:pt x="2715412" y="581901"/>
                </a:lnTo>
                <a:lnTo>
                  <a:pt x="2673286" y="553186"/>
                </a:lnTo>
                <a:lnTo>
                  <a:pt x="2552281" y="469620"/>
                </a:lnTo>
                <a:lnTo>
                  <a:pt x="2512999" y="442912"/>
                </a:lnTo>
                <a:lnTo>
                  <a:pt x="2473896" y="416902"/>
                </a:lnTo>
                <a:lnTo>
                  <a:pt x="2434742" y="391693"/>
                </a:lnTo>
                <a:lnTo>
                  <a:pt x="2395321" y="367347"/>
                </a:lnTo>
                <a:lnTo>
                  <a:pt x="2355431" y="343954"/>
                </a:lnTo>
                <a:lnTo>
                  <a:pt x="2307894" y="317525"/>
                </a:lnTo>
                <a:lnTo>
                  <a:pt x="2258923" y="293763"/>
                </a:lnTo>
                <a:lnTo>
                  <a:pt x="2208301" y="274116"/>
                </a:lnTo>
                <a:lnTo>
                  <a:pt x="2155799" y="259981"/>
                </a:lnTo>
                <a:lnTo>
                  <a:pt x="2110054" y="253085"/>
                </a:lnTo>
                <a:lnTo>
                  <a:pt x="2063750" y="251180"/>
                </a:lnTo>
                <a:lnTo>
                  <a:pt x="2017471" y="254228"/>
                </a:lnTo>
                <a:lnTo>
                  <a:pt x="1971827" y="262191"/>
                </a:lnTo>
                <a:lnTo>
                  <a:pt x="1927415" y="275069"/>
                </a:lnTo>
                <a:lnTo>
                  <a:pt x="1884857" y="292798"/>
                </a:lnTo>
                <a:lnTo>
                  <a:pt x="1935365" y="300304"/>
                </a:lnTo>
                <a:lnTo>
                  <a:pt x="1983206" y="319303"/>
                </a:lnTo>
                <a:lnTo>
                  <a:pt x="2027682" y="346938"/>
                </a:lnTo>
                <a:lnTo>
                  <a:pt x="2068106" y="380365"/>
                </a:lnTo>
                <a:lnTo>
                  <a:pt x="2105063" y="417626"/>
                </a:lnTo>
                <a:lnTo>
                  <a:pt x="2140381" y="456082"/>
                </a:lnTo>
                <a:lnTo>
                  <a:pt x="2175941" y="494055"/>
                </a:lnTo>
                <a:lnTo>
                  <a:pt x="2213610" y="529818"/>
                </a:lnTo>
                <a:lnTo>
                  <a:pt x="2252713" y="560463"/>
                </a:lnTo>
                <a:lnTo>
                  <a:pt x="2294496" y="587235"/>
                </a:lnTo>
                <a:lnTo>
                  <a:pt x="2338578" y="610387"/>
                </a:lnTo>
                <a:lnTo>
                  <a:pt x="2384539" y="630148"/>
                </a:lnTo>
                <a:lnTo>
                  <a:pt x="2431961" y="646747"/>
                </a:lnTo>
                <a:lnTo>
                  <a:pt x="2480462" y="660425"/>
                </a:lnTo>
                <a:lnTo>
                  <a:pt x="2529598" y="671410"/>
                </a:lnTo>
                <a:lnTo>
                  <a:pt x="2578989" y="679945"/>
                </a:lnTo>
                <a:lnTo>
                  <a:pt x="2632202" y="685292"/>
                </a:lnTo>
                <a:lnTo>
                  <a:pt x="2658821" y="684491"/>
                </a:lnTo>
                <a:lnTo>
                  <a:pt x="2684970" y="680034"/>
                </a:lnTo>
                <a:lnTo>
                  <a:pt x="2709799" y="669963"/>
                </a:lnTo>
                <a:lnTo>
                  <a:pt x="2731795" y="654799"/>
                </a:lnTo>
                <a:lnTo>
                  <a:pt x="2748826" y="634961"/>
                </a:lnTo>
                <a:lnTo>
                  <a:pt x="2758783" y="610908"/>
                </a:lnTo>
                <a:close/>
              </a:path>
              <a:path w="3978909" h="1920239">
                <a:moveTo>
                  <a:pt x="3161436" y="194945"/>
                </a:moveTo>
                <a:lnTo>
                  <a:pt x="3122434" y="152171"/>
                </a:lnTo>
                <a:lnTo>
                  <a:pt x="3081540" y="114287"/>
                </a:lnTo>
                <a:lnTo>
                  <a:pt x="3039021" y="80848"/>
                </a:lnTo>
                <a:lnTo>
                  <a:pt x="2995130" y="51447"/>
                </a:lnTo>
                <a:lnTo>
                  <a:pt x="2950121" y="25654"/>
                </a:lnTo>
                <a:lnTo>
                  <a:pt x="2904274" y="3022"/>
                </a:lnTo>
                <a:lnTo>
                  <a:pt x="2897238" y="0"/>
                </a:lnTo>
                <a:lnTo>
                  <a:pt x="2396172" y="0"/>
                </a:lnTo>
                <a:lnTo>
                  <a:pt x="2417254" y="12090"/>
                </a:lnTo>
                <a:lnTo>
                  <a:pt x="2440940" y="26797"/>
                </a:lnTo>
                <a:lnTo>
                  <a:pt x="2626664" y="143281"/>
                </a:lnTo>
                <a:lnTo>
                  <a:pt x="2668600" y="169252"/>
                </a:lnTo>
                <a:lnTo>
                  <a:pt x="2711031" y="194411"/>
                </a:lnTo>
                <a:lnTo>
                  <a:pt x="2754261" y="217817"/>
                </a:lnTo>
                <a:lnTo>
                  <a:pt x="2798559" y="238531"/>
                </a:lnTo>
                <a:lnTo>
                  <a:pt x="2844228" y="255651"/>
                </a:lnTo>
                <a:lnTo>
                  <a:pt x="2891548" y="268224"/>
                </a:lnTo>
                <a:lnTo>
                  <a:pt x="2940227" y="275031"/>
                </a:lnTo>
                <a:lnTo>
                  <a:pt x="2989694" y="274828"/>
                </a:lnTo>
                <a:lnTo>
                  <a:pt x="3038233" y="267169"/>
                </a:lnTo>
                <a:lnTo>
                  <a:pt x="3084157" y="251587"/>
                </a:lnTo>
                <a:lnTo>
                  <a:pt x="3125787" y="227660"/>
                </a:lnTo>
                <a:lnTo>
                  <a:pt x="3161436" y="194945"/>
                </a:lnTo>
                <a:close/>
              </a:path>
              <a:path w="3978909" h="1920239">
                <a:moveTo>
                  <a:pt x="3978681" y="1834819"/>
                </a:moveTo>
                <a:lnTo>
                  <a:pt x="3934472" y="1817598"/>
                </a:lnTo>
                <a:lnTo>
                  <a:pt x="3885412" y="1801583"/>
                </a:lnTo>
                <a:lnTo>
                  <a:pt x="3835692" y="1788426"/>
                </a:lnTo>
                <a:lnTo>
                  <a:pt x="3785412" y="1777961"/>
                </a:lnTo>
                <a:lnTo>
                  <a:pt x="3734663" y="1769973"/>
                </a:lnTo>
                <a:lnTo>
                  <a:pt x="3683571" y="1764271"/>
                </a:lnTo>
                <a:lnTo>
                  <a:pt x="3632238" y="1760664"/>
                </a:lnTo>
                <a:lnTo>
                  <a:pt x="3583140" y="1759026"/>
                </a:lnTo>
                <a:lnTo>
                  <a:pt x="3525951" y="1759026"/>
                </a:lnTo>
                <a:lnTo>
                  <a:pt x="3477717" y="1760423"/>
                </a:lnTo>
                <a:lnTo>
                  <a:pt x="3426396" y="1763229"/>
                </a:lnTo>
                <a:lnTo>
                  <a:pt x="3377247" y="1766938"/>
                </a:lnTo>
                <a:lnTo>
                  <a:pt x="3328187" y="1771459"/>
                </a:lnTo>
                <a:lnTo>
                  <a:pt x="3279190" y="1776603"/>
                </a:lnTo>
                <a:lnTo>
                  <a:pt x="2985643" y="1810766"/>
                </a:lnTo>
                <a:lnTo>
                  <a:pt x="2936608" y="1815376"/>
                </a:lnTo>
                <a:lnTo>
                  <a:pt x="2887497" y="1819211"/>
                </a:lnTo>
                <a:lnTo>
                  <a:pt x="2838158" y="1822157"/>
                </a:lnTo>
                <a:lnTo>
                  <a:pt x="2788475" y="1823897"/>
                </a:lnTo>
                <a:lnTo>
                  <a:pt x="2738653" y="1824164"/>
                </a:lnTo>
                <a:lnTo>
                  <a:pt x="2688831" y="1822627"/>
                </a:lnTo>
                <a:lnTo>
                  <a:pt x="2639187" y="1819008"/>
                </a:lnTo>
                <a:lnTo>
                  <a:pt x="2589898" y="1813001"/>
                </a:lnTo>
                <a:lnTo>
                  <a:pt x="2541130" y="1804289"/>
                </a:lnTo>
                <a:lnTo>
                  <a:pt x="2493048" y="1792592"/>
                </a:lnTo>
                <a:lnTo>
                  <a:pt x="2445804" y="1777606"/>
                </a:lnTo>
                <a:lnTo>
                  <a:pt x="2399601" y="1759026"/>
                </a:lnTo>
                <a:lnTo>
                  <a:pt x="2355367" y="1737029"/>
                </a:lnTo>
                <a:lnTo>
                  <a:pt x="2314041" y="1712188"/>
                </a:lnTo>
                <a:lnTo>
                  <a:pt x="2275395" y="1684705"/>
                </a:lnTo>
                <a:lnTo>
                  <a:pt x="2239226" y="1654784"/>
                </a:lnTo>
                <a:lnTo>
                  <a:pt x="2225192" y="1641500"/>
                </a:lnTo>
                <a:lnTo>
                  <a:pt x="2244902" y="1599247"/>
                </a:lnTo>
                <a:lnTo>
                  <a:pt x="2260676" y="1550377"/>
                </a:lnTo>
                <a:lnTo>
                  <a:pt x="2270734" y="1500187"/>
                </a:lnTo>
                <a:lnTo>
                  <a:pt x="2275878" y="1449108"/>
                </a:lnTo>
                <a:lnTo>
                  <a:pt x="2276894" y="1397533"/>
                </a:lnTo>
                <a:lnTo>
                  <a:pt x="2274582" y="1345920"/>
                </a:lnTo>
                <a:lnTo>
                  <a:pt x="2269744" y="1294688"/>
                </a:lnTo>
                <a:lnTo>
                  <a:pt x="2261679" y="1233474"/>
                </a:lnTo>
                <a:lnTo>
                  <a:pt x="2253030" y="1174000"/>
                </a:lnTo>
                <a:lnTo>
                  <a:pt x="2245372" y="1117511"/>
                </a:lnTo>
                <a:lnTo>
                  <a:pt x="2240318" y="1065250"/>
                </a:lnTo>
                <a:lnTo>
                  <a:pt x="2239467" y="1019073"/>
                </a:lnTo>
                <a:lnTo>
                  <a:pt x="2247417" y="1015860"/>
                </a:lnTo>
                <a:lnTo>
                  <a:pt x="2290559" y="996899"/>
                </a:lnTo>
                <a:lnTo>
                  <a:pt x="2333815" y="976325"/>
                </a:lnTo>
                <a:lnTo>
                  <a:pt x="2377211" y="954125"/>
                </a:lnTo>
                <a:lnTo>
                  <a:pt x="2420747" y="930313"/>
                </a:lnTo>
                <a:lnTo>
                  <a:pt x="2464435" y="904862"/>
                </a:lnTo>
                <a:lnTo>
                  <a:pt x="2508288" y="877785"/>
                </a:lnTo>
                <a:lnTo>
                  <a:pt x="2552306" y="849071"/>
                </a:lnTo>
                <a:lnTo>
                  <a:pt x="2596515" y="818705"/>
                </a:lnTo>
                <a:lnTo>
                  <a:pt x="2640901" y="786688"/>
                </a:lnTo>
                <a:lnTo>
                  <a:pt x="2685491" y="753021"/>
                </a:lnTo>
                <a:lnTo>
                  <a:pt x="2710815" y="733069"/>
                </a:lnTo>
                <a:lnTo>
                  <a:pt x="2694406" y="757034"/>
                </a:lnTo>
                <a:lnTo>
                  <a:pt x="2668943" y="804900"/>
                </a:lnTo>
                <a:lnTo>
                  <a:pt x="2648420" y="855192"/>
                </a:lnTo>
                <a:lnTo>
                  <a:pt x="2632748" y="907072"/>
                </a:lnTo>
                <a:lnTo>
                  <a:pt x="2621521" y="959853"/>
                </a:lnTo>
                <a:lnTo>
                  <a:pt x="2614028" y="1013320"/>
                </a:lnTo>
                <a:lnTo>
                  <a:pt x="2609735" y="1067295"/>
                </a:lnTo>
                <a:lnTo>
                  <a:pt x="2608110" y="1121613"/>
                </a:lnTo>
                <a:lnTo>
                  <a:pt x="2608592" y="1176070"/>
                </a:lnTo>
                <a:lnTo>
                  <a:pt x="2610104" y="1221613"/>
                </a:lnTo>
                <a:lnTo>
                  <a:pt x="2613431" y="1267193"/>
                </a:lnTo>
                <a:lnTo>
                  <a:pt x="2619210" y="1312494"/>
                </a:lnTo>
                <a:lnTo>
                  <a:pt x="2628049" y="1357185"/>
                </a:lnTo>
                <a:lnTo>
                  <a:pt x="2640596" y="1400949"/>
                </a:lnTo>
                <a:lnTo>
                  <a:pt x="2660015" y="1450759"/>
                </a:lnTo>
                <a:lnTo>
                  <a:pt x="2683243" y="1498981"/>
                </a:lnTo>
                <a:lnTo>
                  <a:pt x="2733154" y="1593964"/>
                </a:lnTo>
                <a:lnTo>
                  <a:pt x="2755874" y="1642364"/>
                </a:lnTo>
                <a:lnTo>
                  <a:pt x="2774492" y="1692465"/>
                </a:lnTo>
                <a:lnTo>
                  <a:pt x="2783865" y="1642211"/>
                </a:lnTo>
                <a:lnTo>
                  <a:pt x="2789136" y="1591386"/>
                </a:lnTo>
                <a:lnTo>
                  <a:pt x="2790901" y="1540154"/>
                </a:lnTo>
                <a:lnTo>
                  <a:pt x="2789720" y="1488668"/>
                </a:lnTo>
                <a:lnTo>
                  <a:pt x="2786176" y="1437093"/>
                </a:lnTo>
                <a:lnTo>
                  <a:pt x="2780855" y="1385608"/>
                </a:lnTo>
                <a:lnTo>
                  <a:pt x="2776778" y="1352981"/>
                </a:lnTo>
                <a:lnTo>
                  <a:pt x="2773476" y="1320203"/>
                </a:lnTo>
                <a:lnTo>
                  <a:pt x="2774226" y="1254404"/>
                </a:lnTo>
                <a:lnTo>
                  <a:pt x="2786405" y="1200454"/>
                </a:lnTo>
                <a:lnTo>
                  <a:pt x="2805328" y="1148359"/>
                </a:lnTo>
                <a:lnTo>
                  <a:pt x="2825369" y="1096492"/>
                </a:lnTo>
                <a:lnTo>
                  <a:pt x="2840888" y="1043228"/>
                </a:lnTo>
                <a:lnTo>
                  <a:pt x="2846730" y="1001776"/>
                </a:lnTo>
                <a:lnTo>
                  <a:pt x="2847873" y="959916"/>
                </a:lnTo>
                <a:lnTo>
                  <a:pt x="2845689" y="917994"/>
                </a:lnTo>
                <a:lnTo>
                  <a:pt x="2841523" y="876350"/>
                </a:lnTo>
                <a:lnTo>
                  <a:pt x="2834919" y="829678"/>
                </a:lnTo>
                <a:lnTo>
                  <a:pt x="2825648" y="784415"/>
                </a:lnTo>
                <a:lnTo>
                  <a:pt x="2811564" y="742073"/>
                </a:lnTo>
                <a:lnTo>
                  <a:pt x="2790571" y="704138"/>
                </a:lnTo>
                <a:lnTo>
                  <a:pt x="2771521" y="683831"/>
                </a:lnTo>
                <a:lnTo>
                  <a:pt x="2775305" y="680720"/>
                </a:lnTo>
                <a:lnTo>
                  <a:pt x="2820555" y="642061"/>
                </a:lnTo>
                <a:lnTo>
                  <a:pt x="2860992" y="606247"/>
                </a:lnTo>
                <a:lnTo>
                  <a:pt x="2900578" y="570128"/>
                </a:lnTo>
                <a:lnTo>
                  <a:pt x="2939300" y="533692"/>
                </a:lnTo>
                <a:lnTo>
                  <a:pt x="2977159" y="496951"/>
                </a:lnTo>
                <a:lnTo>
                  <a:pt x="3014154" y="459917"/>
                </a:lnTo>
                <a:lnTo>
                  <a:pt x="3050286" y="422567"/>
                </a:lnTo>
                <a:lnTo>
                  <a:pt x="3073565" y="397713"/>
                </a:lnTo>
                <a:lnTo>
                  <a:pt x="3063621" y="429552"/>
                </a:lnTo>
                <a:lnTo>
                  <a:pt x="3054286" y="483514"/>
                </a:lnTo>
                <a:lnTo>
                  <a:pt x="3051060" y="538543"/>
                </a:lnTo>
                <a:lnTo>
                  <a:pt x="3053169" y="593382"/>
                </a:lnTo>
                <a:lnTo>
                  <a:pt x="3059557" y="647763"/>
                </a:lnTo>
                <a:lnTo>
                  <a:pt x="3069171" y="701802"/>
                </a:lnTo>
                <a:lnTo>
                  <a:pt x="3080931" y="755611"/>
                </a:lnTo>
                <a:lnTo>
                  <a:pt x="3093758" y="809307"/>
                </a:lnTo>
                <a:lnTo>
                  <a:pt x="3105340" y="856310"/>
                </a:lnTo>
                <a:lnTo>
                  <a:pt x="3118002" y="903033"/>
                </a:lnTo>
                <a:lnTo>
                  <a:pt x="3132480" y="949071"/>
                </a:lnTo>
                <a:lnTo>
                  <a:pt x="3149536" y="993978"/>
                </a:lnTo>
                <a:lnTo>
                  <a:pt x="3169907" y="1037348"/>
                </a:lnTo>
                <a:lnTo>
                  <a:pt x="3194989" y="1080046"/>
                </a:lnTo>
                <a:lnTo>
                  <a:pt x="3223387" y="1120419"/>
                </a:lnTo>
                <a:lnTo>
                  <a:pt x="3254464" y="1158900"/>
                </a:lnTo>
                <a:lnTo>
                  <a:pt x="3287534" y="1195946"/>
                </a:lnTo>
                <a:lnTo>
                  <a:pt x="3321951" y="1232001"/>
                </a:lnTo>
                <a:lnTo>
                  <a:pt x="3392119" y="1302956"/>
                </a:lnTo>
                <a:lnTo>
                  <a:pt x="3426549" y="1338745"/>
                </a:lnTo>
                <a:lnTo>
                  <a:pt x="3459657" y="1375333"/>
                </a:lnTo>
                <a:lnTo>
                  <a:pt x="3490772" y="1413192"/>
                </a:lnTo>
                <a:lnTo>
                  <a:pt x="3519246" y="1452753"/>
                </a:lnTo>
                <a:lnTo>
                  <a:pt x="3544405" y="1494459"/>
                </a:lnTo>
                <a:lnTo>
                  <a:pt x="3565588" y="1538770"/>
                </a:lnTo>
                <a:lnTo>
                  <a:pt x="3553180" y="1489265"/>
                </a:lnTo>
                <a:lnTo>
                  <a:pt x="3539159" y="1440192"/>
                </a:lnTo>
                <a:lnTo>
                  <a:pt x="3524173" y="1391412"/>
                </a:lnTo>
                <a:lnTo>
                  <a:pt x="3508895" y="1342758"/>
                </a:lnTo>
                <a:lnTo>
                  <a:pt x="3493960" y="1294091"/>
                </a:lnTo>
                <a:lnTo>
                  <a:pt x="3480041" y="1245247"/>
                </a:lnTo>
                <a:lnTo>
                  <a:pt x="3467798" y="1196073"/>
                </a:lnTo>
                <a:lnTo>
                  <a:pt x="3457867" y="1146403"/>
                </a:lnTo>
                <a:lnTo>
                  <a:pt x="3450717" y="1096340"/>
                </a:lnTo>
                <a:lnTo>
                  <a:pt x="3445878" y="1046086"/>
                </a:lnTo>
                <a:lnTo>
                  <a:pt x="3442652" y="995705"/>
                </a:lnTo>
                <a:lnTo>
                  <a:pt x="3438194" y="894778"/>
                </a:lnTo>
                <a:lnTo>
                  <a:pt x="3435578" y="844346"/>
                </a:lnTo>
                <a:lnTo>
                  <a:pt x="3431730" y="794004"/>
                </a:lnTo>
                <a:lnTo>
                  <a:pt x="3425990" y="743800"/>
                </a:lnTo>
                <a:lnTo>
                  <a:pt x="3417506" y="693585"/>
                </a:lnTo>
                <a:lnTo>
                  <a:pt x="3406203" y="644194"/>
                </a:lnTo>
                <a:lnTo>
                  <a:pt x="3392081" y="596049"/>
                </a:lnTo>
                <a:lnTo>
                  <a:pt x="3375088" y="549554"/>
                </a:lnTo>
                <a:lnTo>
                  <a:pt x="3355251" y="505142"/>
                </a:lnTo>
                <a:lnTo>
                  <a:pt x="3332518" y="463245"/>
                </a:lnTo>
                <a:lnTo>
                  <a:pt x="3306889" y="424281"/>
                </a:lnTo>
                <a:lnTo>
                  <a:pt x="3278352" y="388670"/>
                </a:lnTo>
                <a:lnTo>
                  <a:pt x="3246894" y="356831"/>
                </a:lnTo>
                <a:lnTo>
                  <a:pt x="3212490" y="329196"/>
                </a:lnTo>
                <a:lnTo>
                  <a:pt x="3175127" y="306197"/>
                </a:lnTo>
                <a:lnTo>
                  <a:pt x="3160979" y="299897"/>
                </a:lnTo>
                <a:lnTo>
                  <a:pt x="3186099" y="270268"/>
                </a:lnTo>
                <a:lnTo>
                  <a:pt x="3217875" y="231470"/>
                </a:lnTo>
                <a:lnTo>
                  <a:pt x="3248774" y="192392"/>
                </a:lnTo>
                <a:lnTo>
                  <a:pt x="3278784" y="153035"/>
                </a:lnTo>
                <a:lnTo>
                  <a:pt x="3307918" y="113411"/>
                </a:lnTo>
                <a:lnTo>
                  <a:pt x="3336163" y="73507"/>
                </a:lnTo>
                <a:lnTo>
                  <a:pt x="3363531" y="33324"/>
                </a:lnTo>
                <a:lnTo>
                  <a:pt x="3385337" y="0"/>
                </a:lnTo>
                <a:lnTo>
                  <a:pt x="3346310" y="0"/>
                </a:lnTo>
                <a:lnTo>
                  <a:pt x="3324263" y="33096"/>
                </a:lnTo>
                <a:lnTo>
                  <a:pt x="3295764" y="74180"/>
                </a:lnTo>
                <a:lnTo>
                  <a:pt x="3266313" y="114985"/>
                </a:lnTo>
                <a:lnTo>
                  <a:pt x="3235922" y="155498"/>
                </a:lnTo>
                <a:lnTo>
                  <a:pt x="3204591" y="195707"/>
                </a:lnTo>
                <a:lnTo>
                  <a:pt x="3172333" y="235635"/>
                </a:lnTo>
                <a:lnTo>
                  <a:pt x="3139135" y="275247"/>
                </a:lnTo>
                <a:lnTo>
                  <a:pt x="3105010" y="314566"/>
                </a:lnTo>
                <a:lnTo>
                  <a:pt x="3069945" y="353580"/>
                </a:lnTo>
                <a:lnTo>
                  <a:pt x="3033966" y="392277"/>
                </a:lnTo>
                <a:lnTo>
                  <a:pt x="2997060" y="430669"/>
                </a:lnTo>
                <a:lnTo>
                  <a:pt x="2959227" y="468731"/>
                </a:lnTo>
                <a:lnTo>
                  <a:pt x="2920479" y="506476"/>
                </a:lnTo>
                <a:lnTo>
                  <a:pt x="2880804" y="543902"/>
                </a:lnTo>
                <a:lnTo>
                  <a:pt x="2840228" y="580999"/>
                </a:lnTo>
                <a:lnTo>
                  <a:pt x="2798724" y="617766"/>
                </a:lnTo>
                <a:lnTo>
                  <a:pt x="2752267" y="657555"/>
                </a:lnTo>
                <a:lnTo>
                  <a:pt x="2706065" y="695553"/>
                </a:lnTo>
                <a:lnTo>
                  <a:pt x="2660091" y="731748"/>
                </a:lnTo>
                <a:lnTo>
                  <a:pt x="2614345" y="766165"/>
                </a:lnTo>
                <a:lnTo>
                  <a:pt x="2568816" y="798804"/>
                </a:lnTo>
                <a:lnTo>
                  <a:pt x="2523490" y="829678"/>
                </a:lnTo>
                <a:lnTo>
                  <a:pt x="2478354" y="858774"/>
                </a:lnTo>
                <a:lnTo>
                  <a:pt x="2433421" y="886104"/>
                </a:lnTo>
                <a:lnTo>
                  <a:pt x="2388654" y="911682"/>
                </a:lnTo>
                <a:lnTo>
                  <a:pt x="2344064" y="935507"/>
                </a:lnTo>
                <a:lnTo>
                  <a:pt x="2299639" y="957580"/>
                </a:lnTo>
                <a:lnTo>
                  <a:pt x="2255355" y="977912"/>
                </a:lnTo>
                <a:lnTo>
                  <a:pt x="2237829" y="985304"/>
                </a:lnTo>
                <a:lnTo>
                  <a:pt x="2237829" y="1019733"/>
                </a:lnTo>
                <a:lnTo>
                  <a:pt x="2202421" y="1047610"/>
                </a:lnTo>
                <a:lnTo>
                  <a:pt x="2169922" y="1081595"/>
                </a:lnTo>
                <a:lnTo>
                  <a:pt x="2142375" y="1119644"/>
                </a:lnTo>
                <a:lnTo>
                  <a:pt x="2120138" y="1161072"/>
                </a:lnTo>
                <a:lnTo>
                  <a:pt x="2103628" y="1205128"/>
                </a:lnTo>
                <a:lnTo>
                  <a:pt x="2093214" y="1251102"/>
                </a:lnTo>
                <a:lnTo>
                  <a:pt x="2088730" y="1324711"/>
                </a:lnTo>
                <a:lnTo>
                  <a:pt x="2089213" y="1361465"/>
                </a:lnTo>
                <a:lnTo>
                  <a:pt x="2089912" y="1397952"/>
                </a:lnTo>
                <a:lnTo>
                  <a:pt x="2088959" y="1447533"/>
                </a:lnTo>
                <a:lnTo>
                  <a:pt x="2037854" y="1395564"/>
                </a:lnTo>
                <a:lnTo>
                  <a:pt x="2013978" y="1353985"/>
                </a:lnTo>
                <a:lnTo>
                  <a:pt x="1990699" y="1311910"/>
                </a:lnTo>
                <a:lnTo>
                  <a:pt x="1967814" y="1269555"/>
                </a:lnTo>
                <a:lnTo>
                  <a:pt x="1922373" y="1184859"/>
                </a:lnTo>
                <a:lnTo>
                  <a:pt x="1899412" y="1142949"/>
                </a:lnTo>
                <a:lnTo>
                  <a:pt x="1887918" y="1122680"/>
                </a:lnTo>
                <a:lnTo>
                  <a:pt x="1892554" y="1111465"/>
                </a:lnTo>
                <a:lnTo>
                  <a:pt x="1905749" y="1110005"/>
                </a:lnTo>
                <a:lnTo>
                  <a:pt x="1948218" y="1103782"/>
                </a:lnTo>
                <a:lnTo>
                  <a:pt x="1990725" y="1095997"/>
                </a:lnTo>
                <a:lnTo>
                  <a:pt x="2033308" y="1086612"/>
                </a:lnTo>
                <a:lnTo>
                  <a:pt x="2075954" y="1075651"/>
                </a:lnTo>
                <a:lnTo>
                  <a:pt x="2118677" y="1063104"/>
                </a:lnTo>
                <a:lnTo>
                  <a:pt x="2161489" y="1048956"/>
                </a:lnTo>
                <a:lnTo>
                  <a:pt x="2204402" y="1033208"/>
                </a:lnTo>
                <a:lnTo>
                  <a:pt x="2237829" y="1019733"/>
                </a:lnTo>
                <a:lnTo>
                  <a:pt x="2237829" y="985304"/>
                </a:lnTo>
                <a:lnTo>
                  <a:pt x="2211209" y="996505"/>
                </a:lnTo>
                <a:lnTo>
                  <a:pt x="2167204" y="1013371"/>
                </a:lnTo>
                <a:lnTo>
                  <a:pt x="2123313" y="1028509"/>
                </a:lnTo>
                <a:lnTo>
                  <a:pt x="2079536" y="1041920"/>
                </a:lnTo>
                <a:lnTo>
                  <a:pt x="2035873" y="1053617"/>
                </a:lnTo>
                <a:lnTo>
                  <a:pt x="1992287" y="1063599"/>
                </a:lnTo>
                <a:lnTo>
                  <a:pt x="1948802" y="1071867"/>
                </a:lnTo>
                <a:lnTo>
                  <a:pt x="1905381" y="1078445"/>
                </a:lnTo>
                <a:lnTo>
                  <a:pt x="1864931" y="1083005"/>
                </a:lnTo>
                <a:lnTo>
                  <a:pt x="1851914" y="1061059"/>
                </a:lnTo>
                <a:lnTo>
                  <a:pt x="1826983" y="1021524"/>
                </a:lnTo>
                <a:lnTo>
                  <a:pt x="1798129" y="979246"/>
                </a:lnTo>
                <a:lnTo>
                  <a:pt x="1767522" y="938415"/>
                </a:lnTo>
                <a:lnTo>
                  <a:pt x="1735048" y="899337"/>
                </a:lnTo>
                <a:lnTo>
                  <a:pt x="1700580" y="862279"/>
                </a:lnTo>
                <a:lnTo>
                  <a:pt x="1663992" y="827557"/>
                </a:lnTo>
                <a:lnTo>
                  <a:pt x="1625155" y="795426"/>
                </a:lnTo>
                <a:lnTo>
                  <a:pt x="1583956" y="766191"/>
                </a:lnTo>
                <a:lnTo>
                  <a:pt x="1540268" y="740143"/>
                </a:lnTo>
                <a:lnTo>
                  <a:pt x="1493964" y="717550"/>
                </a:lnTo>
                <a:lnTo>
                  <a:pt x="1449146" y="699808"/>
                </a:lnTo>
                <a:lnTo>
                  <a:pt x="1403515" y="685012"/>
                </a:lnTo>
                <a:lnTo>
                  <a:pt x="1357198" y="672896"/>
                </a:lnTo>
                <a:lnTo>
                  <a:pt x="1310309" y="663168"/>
                </a:lnTo>
                <a:lnTo>
                  <a:pt x="1262964" y="655548"/>
                </a:lnTo>
                <a:lnTo>
                  <a:pt x="1215288" y="649770"/>
                </a:lnTo>
                <a:lnTo>
                  <a:pt x="1167371" y="645528"/>
                </a:lnTo>
                <a:lnTo>
                  <a:pt x="1119365" y="642556"/>
                </a:lnTo>
                <a:lnTo>
                  <a:pt x="1071359" y="640575"/>
                </a:lnTo>
                <a:lnTo>
                  <a:pt x="1023493" y="639305"/>
                </a:lnTo>
                <a:lnTo>
                  <a:pt x="830529" y="636384"/>
                </a:lnTo>
                <a:lnTo>
                  <a:pt x="782193" y="634580"/>
                </a:lnTo>
                <a:lnTo>
                  <a:pt x="733983" y="631672"/>
                </a:lnTo>
                <a:lnTo>
                  <a:pt x="685965" y="627303"/>
                </a:lnTo>
                <a:lnTo>
                  <a:pt x="638213" y="621131"/>
                </a:lnTo>
                <a:lnTo>
                  <a:pt x="590804" y="612825"/>
                </a:lnTo>
                <a:lnTo>
                  <a:pt x="543814" y="602030"/>
                </a:lnTo>
                <a:lnTo>
                  <a:pt x="490321" y="585876"/>
                </a:lnTo>
                <a:lnTo>
                  <a:pt x="438594" y="565226"/>
                </a:lnTo>
                <a:lnTo>
                  <a:pt x="389140" y="539699"/>
                </a:lnTo>
                <a:lnTo>
                  <a:pt x="342455" y="508927"/>
                </a:lnTo>
                <a:lnTo>
                  <a:pt x="293522" y="467245"/>
                </a:lnTo>
                <a:lnTo>
                  <a:pt x="250164" y="419874"/>
                </a:lnTo>
                <a:lnTo>
                  <a:pt x="219163" y="377355"/>
                </a:lnTo>
                <a:lnTo>
                  <a:pt x="209181" y="361784"/>
                </a:lnTo>
                <a:lnTo>
                  <a:pt x="208534" y="360984"/>
                </a:lnTo>
                <a:lnTo>
                  <a:pt x="208051" y="360006"/>
                </a:lnTo>
                <a:lnTo>
                  <a:pt x="204355" y="354076"/>
                </a:lnTo>
                <a:lnTo>
                  <a:pt x="200774" y="348132"/>
                </a:lnTo>
                <a:lnTo>
                  <a:pt x="197269" y="342150"/>
                </a:lnTo>
                <a:lnTo>
                  <a:pt x="193852" y="336130"/>
                </a:lnTo>
                <a:lnTo>
                  <a:pt x="189814" y="328866"/>
                </a:lnTo>
                <a:lnTo>
                  <a:pt x="182079" y="314350"/>
                </a:lnTo>
                <a:lnTo>
                  <a:pt x="181952" y="320852"/>
                </a:lnTo>
                <a:lnTo>
                  <a:pt x="181610" y="322707"/>
                </a:lnTo>
                <a:lnTo>
                  <a:pt x="181051" y="319887"/>
                </a:lnTo>
                <a:lnTo>
                  <a:pt x="180301" y="312420"/>
                </a:lnTo>
                <a:lnTo>
                  <a:pt x="158991" y="268058"/>
                </a:lnTo>
                <a:lnTo>
                  <a:pt x="140246" y="222529"/>
                </a:lnTo>
                <a:lnTo>
                  <a:pt x="123748" y="176009"/>
                </a:lnTo>
                <a:lnTo>
                  <a:pt x="109181" y="128701"/>
                </a:lnTo>
                <a:lnTo>
                  <a:pt x="96215" y="80810"/>
                </a:lnTo>
                <a:lnTo>
                  <a:pt x="84556" y="32499"/>
                </a:lnTo>
                <a:lnTo>
                  <a:pt x="77393" y="12"/>
                </a:lnTo>
                <a:lnTo>
                  <a:pt x="0" y="12"/>
                </a:lnTo>
                <a:lnTo>
                  <a:pt x="17259" y="77152"/>
                </a:lnTo>
                <a:lnTo>
                  <a:pt x="28803" y="122186"/>
                </a:lnTo>
                <a:lnTo>
                  <a:pt x="45351" y="179489"/>
                </a:lnTo>
                <a:lnTo>
                  <a:pt x="64452" y="235940"/>
                </a:lnTo>
                <a:lnTo>
                  <a:pt x="79298" y="274015"/>
                </a:lnTo>
                <a:lnTo>
                  <a:pt x="80746" y="277888"/>
                </a:lnTo>
                <a:lnTo>
                  <a:pt x="82359" y="281762"/>
                </a:lnTo>
                <a:lnTo>
                  <a:pt x="83985" y="285470"/>
                </a:lnTo>
                <a:lnTo>
                  <a:pt x="87007" y="292608"/>
                </a:lnTo>
                <a:lnTo>
                  <a:pt x="90068" y="299745"/>
                </a:lnTo>
                <a:lnTo>
                  <a:pt x="93192" y="306895"/>
                </a:lnTo>
                <a:lnTo>
                  <a:pt x="99301" y="320484"/>
                </a:lnTo>
                <a:lnTo>
                  <a:pt x="100330" y="322707"/>
                </a:lnTo>
                <a:lnTo>
                  <a:pt x="100457" y="322986"/>
                </a:lnTo>
                <a:lnTo>
                  <a:pt x="102209" y="326771"/>
                </a:lnTo>
                <a:lnTo>
                  <a:pt x="105270" y="333070"/>
                </a:lnTo>
                <a:lnTo>
                  <a:pt x="104775" y="325577"/>
                </a:lnTo>
                <a:lnTo>
                  <a:pt x="104711" y="322986"/>
                </a:lnTo>
                <a:lnTo>
                  <a:pt x="105143" y="325577"/>
                </a:lnTo>
                <a:lnTo>
                  <a:pt x="106083" y="333235"/>
                </a:lnTo>
                <a:lnTo>
                  <a:pt x="129768" y="380123"/>
                </a:lnTo>
                <a:lnTo>
                  <a:pt x="157734" y="425170"/>
                </a:lnTo>
                <a:lnTo>
                  <a:pt x="189534" y="467791"/>
                </a:lnTo>
                <a:lnTo>
                  <a:pt x="224739" y="507415"/>
                </a:lnTo>
                <a:lnTo>
                  <a:pt x="262915" y="543458"/>
                </a:lnTo>
                <a:lnTo>
                  <a:pt x="304673" y="576224"/>
                </a:lnTo>
                <a:lnTo>
                  <a:pt x="348602" y="604596"/>
                </a:lnTo>
                <a:lnTo>
                  <a:pt x="394449" y="628878"/>
                </a:lnTo>
                <a:lnTo>
                  <a:pt x="441972" y="649363"/>
                </a:lnTo>
                <a:lnTo>
                  <a:pt x="490931" y="666356"/>
                </a:lnTo>
                <a:lnTo>
                  <a:pt x="541083" y="680161"/>
                </a:lnTo>
                <a:lnTo>
                  <a:pt x="592188" y="691083"/>
                </a:lnTo>
                <a:lnTo>
                  <a:pt x="643991" y="699414"/>
                </a:lnTo>
                <a:lnTo>
                  <a:pt x="696277" y="705446"/>
                </a:lnTo>
                <a:lnTo>
                  <a:pt x="742251" y="709079"/>
                </a:lnTo>
                <a:lnTo>
                  <a:pt x="788974" y="711479"/>
                </a:lnTo>
                <a:lnTo>
                  <a:pt x="836333" y="712952"/>
                </a:lnTo>
                <a:lnTo>
                  <a:pt x="1029411" y="715492"/>
                </a:lnTo>
                <a:lnTo>
                  <a:pt x="1077963" y="716775"/>
                </a:lnTo>
                <a:lnTo>
                  <a:pt x="1126350" y="718896"/>
                </a:lnTo>
                <a:lnTo>
                  <a:pt x="1174470" y="722172"/>
                </a:lnTo>
                <a:lnTo>
                  <a:pt x="1222171" y="726884"/>
                </a:lnTo>
                <a:lnTo>
                  <a:pt x="1269339" y="733323"/>
                </a:lnTo>
                <a:lnTo>
                  <a:pt x="1315834" y="741794"/>
                </a:lnTo>
                <a:lnTo>
                  <a:pt x="1361541" y="752589"/>
                </a:lnTo>
                <a:lnTo>
                  <a:pt x="1406309" y="766013"/>
                </a:lnTo>
                <a:lnTo>
                  <a:pt x="1450035" y="782345"/>
                </a:lnTo>
                <a:lnTo>
                  <a:pt x="1492567" y="801890"/>
                </a:lnTo>
                <a:lnTo>
                  <a:pt x="1533779" y="824953"/>
                </a:lnTo>
                <a:lnTo>
                  <a:pt x="1573555" y="851814"/>
                </a:lnTo>
                <a:lnTo>
                  <a:pt x="1611744" y="882764"/>
                </a:lnTo>
                <a:lnTo>
                  <a:pt x="1647990" y="917130"/>
                </a:lnTo>
                <a:lnTo>
                  <a:pt x="1681708" y="953401"/>
                </a:lnTo>
                <a:lnTo>
                  <a:pt x="1713166" y="991374"/>
                </a:lnTo>
                <a:lnTo>
                  <a:pt x="1742643" y="1030833"/>
                </a:lnTo>
                <a:lnTo>
                  <a:pt x="1766417" y="1065733"/>
                </a:lnTo>
                <a:lnTo>
                  <a:pt x="1746427" y="1061720"/>
                </a:lnTo>
                <a:lnTo>
                  <a:pt x="1697850" y="1057897"/>
                </a:lnTo>
                <a:lnTo>
                  <a:pt x="1650149" y="1059929"/>
                </a:lnTo>
                <a:lnTo>
                  <a:pt x="1603743" y="1067650"/>
                </a:lnTo>
                <a:lnTo>
                  <a:pt x="1559052" y="1080884"/>
                </a:lnTo>
                <a:lnTo>
                  <a:pt x="1516507" y="1099489"/>
                </a:lnTo>
                <a:lnTo>
                  <a:pt x="1478902" y="1120838"/>
                </a:lnTo>
                <a:lnTo>
                  <a:pt x="1443024" y="1145311"/>
                </a:lnTo>
                <a:lnTo>
                  <a:pt x="1408290" y="1171867"/>
                </a:lnTo>
                <a:lnTo>
                  <a:pt x="1374140" y="1199451"/>
                </a:lnTo>
                <a:lnTo>
                  <a:pt x="1350975" y="1217752"/>
                </a:lnTo>
                <a:lnTo>
                  <a:pt x="1328102" y="1236268"/>
                </a:lnTo>
                <a:lnTo>
                  <a:pt x="1282331" y="1273835"/>
                </a:lnTo>
                <a:lnTo>
                  <a:pt x="1329118" y="1286713"/>
                </a:lnTo>
                <a:lnTo>
                  <a:pt x="1376210" y="1298333"/>
                </a:lnTo>
                <a:lnTo>
                  <a:pt x="1423555" y="1308087"/>
                </a:lnTo>
                <a:lnTo>
                  <a:pt x="1471129" y="1315364"/>
                </a:lnTo>
                <a:lnTo>
                  <a:pt x="1518907" y="1319568"/>
                </a:lnTo>
                <a:lnTo>
                  <a:pt x="1566862" y="1320088"/>
                </a:lnTo>
                <a:lnTo>
                  <a:pt x="1615363" y="1315923"/>
                </a:lnTo>
                <a:lnTo>
                  <a:pt x="1663230" y="1306639"/>
                </a:lnTo>
                <a:lnTo>
                  <a:pt x="1709521" y="1292034"/>
                </a:lnTo>
                <a:lnTo>
                  <a:pt x="1753311" y="1271866"/>
                </a:lnTo>
                <a:lnTo>
                  <a:pt x="1793633" y="1245946"/>
                </a:lnTo>
                <a:lnTo>
                  <a:pt x="1829574" y="1214018"/>
                </a:lnTo>
                <a:lnTo>
                  <a:pt x="1844535" y="1196441"/>
                </a:lnTo>
                <a:lnTo>
                  <a:pt x="1846262" y="1199502"/>
                </a:lnTo>
                <a:lnTo>
                  <a:pt x="1869986" y="1243342"/>
                </a:lnTo>
                <a:lnTo>
                  <a:pt x="1916709" y="1331620"/>
                </a:lnTo>
                <a:lnTo>
                  <a:pt x="1940280" y="1375638"/>
                </a:lnTo>
                <a:lnTo>
                  <a:pt x="1964359" y="1419301"/>
                </a:lnTo>
                <a:lnTo>
                  <a:pt x="1989213" y="1462405"/>
                </a:lnTo>
                <a:lnTo>
                  <a:pt x="2015121" y="1504746"/>
                </a:lnTo>
                <a:lnTo>
                  <a:pt x="2042363" y="1546123"/>
                </a:lnTo>
                <a:lnTo>
                  <a:pt x="2071204" y="1586318"/>
                </a:lnTo>
                <a:lnTo>
                  <a:pt x="2073109" y="1588731"/>
                </a:lnTo>
                <a:lnTo>
                  <a:pt x="2072055" y="1595221"/>
                </a:lnTo>
                <a:lnTo>
                  <a:pt x="2061794" y="1643722"/>
                </a:lnTo>
                <a:lnTo>
                  <a:pt x="2049233" y="1691678"/>
                </a:lnTo>
                <a:lnTo>
                  <a:pt x="2034387" y="1738960"/>
                </a:lnTo>
                <a:lnTo>
                  <a:pt x="2017280" y="1785467"/>
                </a:lnTo>
                <a:lnTo>
                  <a:pt x="1997925" y="1831086"/>
                </a:lnTo>
                <a:lnTo>
                  <a:pt x="2044433" y="1812950"/>
                </a:lnTo>
                <a:lnTo>
                  <a:pt x="2088184" y="1788871"/>
                </a:lnTo>
                <a:lnTo>
                  <a:pt x="2128583" y="1759407"/>
                </a:lnTo>
                <a:lnTo>
                  <a:pt x="2165045" y="1725142"/>
                </a:lnTo>
                <a:lnTo>
                  <a:pt x="2180463" y="1706549"/>
                </a:lnTo>
                <a:lnTo>
                  <a:pt x="2205990" y="1728762"/>
                </a:lnTo>
                <a:lnTo>
                  <a:pt x="2244483" y="1757959"/>
                </a:lnTo>
                <a:lnTo>
                  <a:pt x="2284730" y="1784451"/>
                </a:lnTo>
                <a:lnTo>
                  <a:pt x="2326589" y="1808226"/>
                </a:lnTo>
                <a:lnTo>
                  <a:pt x="2359456" y="1824164"/>
                </a:lnTo>
                <a:lnTo>
                  <a:pt x="2369921" y="1829244"/>
                </a:lnTo>
                <a:lnTo>
                  <a:pt x="2386673" y="1836077"/>
                </a:lnTo>
                <a:lnTo>
                  <a:pt x="2414574" y="1847469"/>
                </a:lnTo>
                <a:lnTo>
                  <a:pt x="2460434" y="1862899"/>
                </a:lnTo>
                <a:lnTo>
                  <a:pt x="2507323" y="1875485"/>
                </a:lnTo>
                <a:lnTo>
                  <a:pt x="2555125" y="1885200"/>
                </a:lnTo>
                <a:lnTo>
                  <a:pt x="2605506" y="1892554"/>
                </a:lnTo>
                <a:lnTo>
                  <a:pt x="2656040" y="1897519"/>
                </a:lnTo>
                <a:lnTo>
                  <a:pt x="2706674" y="1900339"/>
                </a:lnTo>
                <a:lnTo>
                  <a:pt x="2757386" y="1901253"/>
                </a:lnTo>
                <a:lnTo>
                  <a:pt x="2808135" y="1900491"/>
                </a:lnTo>
                <a:lnTo>
                  <a:pt x="2858897" y="1898281"/>
                </a:lnTo>
                <a:lnTo>
                  <a:pt x="2909633" y="1894865"/>
                </a:lnTo>
                <a:lnTo>
                  <a:pt x="2960293" y="1890483"/>
                </a:lnTo>
                <a:lnTo>
                  <a:pt x="3010852" y="1885353"/>
                </a:lnTo>
                <a:lnTo>
                  <a:pt x="3272015" y="1854593"/>
                </a:lnTo>
                <a:lnTo>
                  <a:pt x="3324809" y="1849005"/>
                </a:lnTo>
                <a:lnTo>
                  <a:pt x="3377654" y="1844141"/>
                </a:lnTo>
                <a:lnTo>
                  <a:pt x="3430562" y="1840217"/>
                </a:lnTo>
                <a:lnTo>
                  <a:pt x="3483533" y="1837448"/>
                </a:lnTo>
                <a:lnTo>
                  <a:pt x="3527717" y="1836318"/>
                </a:lnTo>
                <a:lnTo>
                  <a:pt x="3589667" y="1836318"/>
                </a:lnTo>
                <a:lnTo>
                  <a:pt x="3641941" y="1838591"/>
                </a:lnTo>
                <a:lnTo>
                  <a:pt x="3693668" y="1843252"/>
                </a:lnTo>
                <a:lnTo>
                  <a:pt x="3744811" y="1850364"/>
                </a:lnTo>
                <a:lnTo>
                  <a:pt x="3795318" y="1859965"/>
                </a:lnTo>
                <a:lnTo>
                  <a:pt x="3845128" y="1872157"/>
                </a:lnTo>
                <a:lnTo>
                  <a:pt x="3894188" y="1886978"/>
                </a:lnTo>
                <a:lnTo>
                  <a:pt x="3942448" y="1904504"/>
                </a:lnTo>
                <a:lnTo>
                  <a:pt x="3978681" y="1920011"/>
                </a:lnTo>
                <a:lnTo>
                  <a:pt x="3978681" y="1834819"/>
                </a:lnTo>
                <a:close/>
              </a:path>
              <a:path w="3978909" h="1920239">
                <a:moveTo>
                  <a:pt x="3978681" y="816762"/>
                </a:moveTo>
                <a:lnTo>
                  <a:pt x="3947261" y="751801"/>
                </a:lnTo>
                <a:lnTo>
                  <a:pt x="3928592" y="705878"/>
                </a:lnTo>
                <a:lnTo>
                  <a:pt x="3912222" y="659104"/>
                </a:lnTo>
                <a:lnTo>
                  <a:pt x="3898188" y="611593"/>
                </a:lnTo>
                <a:lnTo>
                  <a:pt x="3886492" y="563435"/>
                </a:lnTo>
                <a:lnTo>
                  <a:pt x="3876916" y="514502"/>
                </a:lnTo>
                <a:lnTo>
                  <a:pt x="3859733" y="415950"/>
                </a:lnTo>
                <a:lnTo>
                  <a:pt x="3849598" y="367220"/>
                </a:lnTo>
                <a:lnTo>
                  <a:pt x="3836720" y="319455"/>
                </a:lnTo>
                <a:lnTo>
                  <a:pt x="3819245" y="270802"/>
                </a:lnTo>
                <a:lnTo>
                  <a:pt x="3798290" y="223634"/>
                </a:lnTo>
                <a:lnTo>
                  <a:pt x="3774490" y="177749"/>
                </a:lnTo>
                <a:lnTo>
                  <a:pt x="3748519" y="132892"/>
                </a:lnTo>
                <a:lnTo>
                  <a:pt x="3721023" y="88836"/>
                </a:lnTo>
                <a:lnTo>
                  <a:pt x="3698379" y="54267"/>
                </a:lnTo>
                <a:lnTo>
                  <a:pt x="3661562" y="0"/>
                </a:lnTo>
                <a:lnTo>
                  <a:pt x="3428517" y="0"/>
                </a:lnTo>
                <a:lnTo>
                  <a:pt x="3434219" y="72885"/>
                </a:lnTo>
                <a:lnTo>
                  <a:pt x="3441916" y="123901"/>
                </a:lnTo>
                <a:lnTo>
                  <a:pt x="3452215" y="174599"/>
                </a:lnTo>
                <a:lnTo>
                  <a:pt x="3464890" y="224878"/>
                </a:lnTo>
                <a:lnTo>
                  <a:pt x="3479762" y="274612"/>
                </a:lnTo>
                <a:lnTo>
                  <a:pt x="3496589" y="323672"/>
                </a:lnTo>
                <a:lnTo>
                  <a:pt x="3515207" y="371944"/>
                </a:lnTo>
                <a:lnTo>
                  <a:pt x="3535375" y="419303"/>
                </a:lnTo>
                <a:lnTo>
                  <a:pt x="3551567" y="454088"/>
                </a:lnTo>
                <a:lnTo>
                  <a:pt x="3569309" y="488022"/>
                </a:lnTo>
                <a:lnTo>
                  <a:pt x="3589439" y="520484"/>
                </a:lnTo>
                <a:lnTo>
                  <a:pt x="3612769" y="550887"/>
                </a:lnTo>
                <a:lnTo>
                  <a:pt x="3651123" y="589254"/>
                </a:lnTo>
                <a:lnTo>
                  <a:pt x="3694239" y="622947"/>
                </a:lnTo>
                <a:lnTo>
                  <a:pt x="3740086" y="653808"/>
                </a:lnTo>
                <a:lnTo>
                  <a:pt x="3786619" y="683704"/>
                </a:lnTo>
                <a:lnTo>
                  <a:pt x="3829227" y="712241"/>
                </a:lnTo>
                <a:lnTo>
                  <a:pt x="3870807" y="742315"/>
                </a:lnTo>
                <a:lnTo>
                  <a:pt x="3910787" y="774179"/>
                </a:lnTo>
                <a:lnTo>
                  <a:pt x="3948646" y="808101"/>
                </a:lnTo>
                <a:lnTo>
                  <a:pt x="3978681" y="839063"/>
                </a:lnTo>
                <a:lnTo>
                  <a:pt x="3978681" y="816762"/>
                </a:lnTo>
                <a:close/>
              </a:path>
            </a:pathLst>
          </a:custGeom>
          <a:solidFill>
            <a:srgbClr val="9059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730822" y="3181885"/>
            <a:ext cx="1557175" cy="2413984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7528031" y="8358839"/>
            <a:ext cx="2561590" cy="1928495"/>
          </a:xfrm>
          <a:custGeom>
            <a:avLst/>
            <a:gdLst/>
            <a:ahLst/>
            <a:cxnLst/>
            <a:rect l="l" t="t" r="r" b="b"/>
            <a:pathLst>
              <a:path w="2561590" h="1928495">
                <a:moveTo>
                  <a:pt x="1468095" y="1928159"/>
                </a:moveTo>
                <a:lnTo>
                  <a:pt x="1503740" y="1876408"/>
                </a:lnTo>
                <a:lnTo>
                  <a:pt x="1534197" y="1834548"/>
                </a:lnTo>
                <a:lnTo>
                  <a:pt x="1565492" y="1793392"/>
                </a:lnTo>
                <a:lnTo>
                  <a:pt x="1597591" y="1752913"/>
                </a:lnTo>
                <a:lnTo>
                  <a:pt x="1630460" y="1713083"/>
                </a:lnTo>
                <a:lnTo>
                  <a:pt x="1664066" y="1673877"/>
                </a:lnTo>
                <a:lnTo>
                  <a:pt x="1698375" y="1635266"/>
                </a:lnTo>
                <a:lnTo>
                  <a:pt x="1733354" y="1597224"/>
                </a:lnTo>
                <a:lnTo>
                  <a:pt x="1768967" y="1559723"/>
                </a:lnTo>
                <a:lnTo>
                  <a:pt x="1805183" y="1522737"/>
                </a:lnTo>
                <a:lnTo>
                  <a:pt x="1841966" y="1486238"/>
                </a:lnTo>
                <a:lnTo>
                  <a:pt x="1879284" y="1450199"/>
                </a:lnTo>
                <a:lnTo>
                  <a:pt x="1917102" y="1414594"/>
                </a:lnTo>
                <a:lnTo>
                  <a:pt x="1955387" y="1379395"/>
                </a:lnTo>
                <a:lnTo>
                  <a:pt x="1994017" y="1345102"/>
                </a:lnTo>
                <a:lnTo>
                  <a:pt x="2033371" y="1311882"/>
                </a:lnTo>
                <a:lnTo>
                  <a:pt x="2073479" y="1279794"/>
                </a:lnTo>
                <a:lnTo>
                  <a:pt x="2114370" y="1248894"/>
                </a:lnTo>
                <a:lnTo>
                  <a:pt x="2156075" y="1219241"/>
                </a:lnTo>
                <a:lnTo>
                  <a:pt x="2198623" y="1190893"/>
                </a:lnTo>
                <a:lnTo>
                  <a:pt x="2242044" y="1163907"/>
                </a:lnTo>
                <a:lnTo>
                  <a:pt x="2286369" y="1138342"/>
                </a:lnTo>
                <a:lnTo>
                  <a:pt x="2331627" y="1114255"/>
                </a:lnTo>
                <a:lnTo>
                  <a:pt x="2377849" y="1091705"/>
                </a:lnTo>
                <a:lnTo>
                  <a:pt x="2425063" y="1070748"/>
                </a:lnTo>
                <a:lnTo>
                  <a:pt x="2473301" y="1051444"/>
                </a:lnTo>
                <a:lnTo>
                  <a:pt x="2511072" y="1039624"/>
                </a:lnTo>
                <a:lnTo>
                  <a:pt x="2534019" y="1033413"/>
                </a:lnTo>
                <a:lnTo>
                  <a:pt x="2561444" y="1025780"/>
                </a:lnTo>
                <a:lnTo>
                  <a:pt x="2552680" y="1050287"/>
                </a:lnTo>
                <a:lnTo>
                  <a:pt x="2545663" y="1071008"/>
                </a:lnTo>
                <a:lnTo>
                  <a:pt x="2538958" y="1088685"/>
                </a:lnTo>
                <a:lnTo>
                  <a:pt x="2504190" y="1146536"/>
                </a:lnTo>
                <a:lnTo>
                  <a:pt x="2476055" y="1188017"/>
                </a:lnTo>
                <a:lnTo>
                  <a:pt x="2446824" y="1228584"/>
                </a:lnTo>
                <a:lnTo>
                  <a:pt x="2416597" y="1268322"/>
                </a:lnTo>
                <a:lnTo>
                  <a:pt x="2385471" y="1307313"/>
                </a:lnTo>
                <a:lnTo>
                  <a:pt x="2353546" y="1345641"/>
                </a:lnTo>
                <a:lnTo>
                  <a:pt x="2320921" y="1383388"/>
                </a:lnTo>
                <a:lnTo>
                  <a:pt x="2287693" y="1420639"/>
                </a:lnTo>
                <a:lnTo>
                  <a:pt x="2253962" y="1457475"/>
                </a:lnTo>
                <a:lnTo>
                  <a:pt x="2219827" y="1493982"/>
                </a:lnTo>
                <a:lnTo>
                  <a:pt x="2185386" y="1530240"/>
                </a:lnTo>
                <a:lnTo>
                  <a:pt x="2150737" y="1566335"/>
                </a:lnTo>
                <a:lnTo>
                  <a:pt x="2115980" y="1602348"/>
                </a:lnTo>
                <a:lnTo>
                  <a:pt x="2079218" y="1639584"/>
                </a:lnTo>
                <a:lnTo>
                  <a:pt x="2041740" y="1675839"/>
                </a:lnTo>
                <a:lnTo>
                  <a:pt x="2003491" y="1711053"/>
                </a:lnTo>
                <a:lnTo>
                  <a:pt x="1964421" y="1745161"/>
                </a:lnTo>
                <a:lnTo>
                  <a:pt x="1924475" y="1778102"/>
                </a:lnTo>
                <a:lnTo>
                  <a:pt x="1883602" y="1809813"/>
                </a:lnTo>
                <a:lnTo>
                  <a:pt x="1841748" y="1840230"/>
                </a:lnTo>
                <a:lnTo>
                  <a:pt x="1798861" y="1869293"/>
                </a:lnTo>
                <a:lnTo>
                  <a:pt x="1754889" y="1896937"/>
                </a:lnTo>
                <a:lnTo>
                  <a:pt x="1709777" y="1923100"/>
                </a:lnTo>
                <a:lnTo>
                  <a:pt x="1700261" y="1928159"/>
                </a:lnTo>
                <a:lnTo>
                  <a:pt x="1468095" y="1928159"/>
                </a:lnTo>
                <a:close/>
              </a:path>
              <a:path w="2561590" h="1928495">
                <a:moveTo>
                  <a:pt x="2015234" y="1928159"/>
                </a:moveTo>
                <a:lnTo>
                  <a:pt x="2068916" y="1887825"/>
                </a:lnTo>
                <a:lnTo>
                  <a:pt x="2109021" y="1858957"/>
                </a:lnTo>
                <a:lnTo>
                  <a:pt x="2149409" y="1832055"/>
                </a:lnTo>
                <a:lnTo>
                  <a:pt x="2191097" y="1807534"/>
                </a:lnTo>
                <a:lnTo>
                  <a:pt x="2234196" y="1785150"/>
                </a:lnTo>
                <a:lnTo>
                  <a:pt x="2278814" y="1764659"/>
                </a:lnTo>
                <a:lnTo>
                  <a:pt x="2325063" y="1745816"/>
                </a:lnTo>
                <a:lnTo>
                  <a:pt x="2373052" y="1728377"/>
                </a:lnTo>
                <a:lnTo>
                  <a:pt x="2422891" y="1712098"/>
                </a:lnTo>
                <a:lnTo>
                  <a:pt x="2474690" y="1696735"/>
                </a:lnTo>
                <a:lnTo>
                  <a:pt x="2464854" y="1717113"/>
                </a:lnTo>
                <a:lnTo>
                  <a:pt x="2456992" y="1733693"/>
                </a:lnTo>
                <a:lnTo>
                  <a:pt x="2450167" y="1747578"/>
                </a:lnTo>
                <a:lnTo>
                  <a:pt x="2443443" y="1759874"/>
                </a:lnTo>
                <a:lnTo>
                  <a:pt x="2415036" y="1806916"/>
                </a:lnTo>
                <a:lnTo>
                  <a:pt x="2386230" y="1853748"/>
                </a:lnTo>
                <a:lnTo>
                  <a:pt x="2357993" y="1900878"/>
                </a:lnTo>
                <a:lnTo>
                  <a:pt x="2342798" y="1928159"/>
                </a:lnTo>
                <a:lnTo>
                  <a:pt x="2015234" y="1928159"/>
                </a:lnTo>
                <a:close/>
              </a:path>
              <a:path w="2561590" h="1928495">
                <a:moveTo>
                  <a:pt x="211981" y="1928160"/>
                </a:moveTo>
                <a:lnTo>
                  <a:pt x="134909" y="1829886"/>
                </a:lnTo>
                <a:lnTo>
                  <a:pt x="103870" y="1792197"/>
                </a:lnTo>
                <a:lnTo>
                  <a:pt x="0" y="1674058"/>
                </a:lnTo>
                <a:lnTo>
                  <a:pt x="33342" y="1664411"/>
                </a:lnTo>
                <a:lnTo>
                  <a:pt x="67500" y="1659209"/>
                </a:lnTo>
                <a:lnTo>
                  <a:pt x="102039" y="1658488"/>
                </a:lnTo>
                <a:lnTo>
                  <a:pt x="136526" y="1662282"/>
                </a:lnTo>
                <a:lnTo>
                  <a:pt x="185541" y="1670929"/>
                </a:lnTo>
                <a:lnTo>
                  <a:pt x="233581" y="1681893"/>
                </a:lnTo>
                <a:lnTo>
                  <a:pt x="280558" y="1695329"/>
                </a:lnTo>
                <a:lnTo>
                  <a:pt x="326384" y="1711393"/>
                </a:lnTo>
                <a:lnTo>
                  <a:pt x="370969" y="1730237"/>
                </a:lnTo>
                <a:lnTo>
                  <a:pt x="414225" y="1752019"/>
                </a:lnTo>
                <a:lnTo>
                  <a:pt x="456063" y="1776892"/>
                </a:lnTo>
                <a:lnTo>
                  <a:pt x="496394" y="1805012"/>
                </a:lnTo>
                <a:lnTo>
                  <a:pt x="535129" y="1836534"/>
                </a:lnTo>
                <a:lnTo>
                  <a:pt x="572313" y="1869636"/>
                </a:lnTo>
                <a:lnTo>
                  <a:pt x="608901" y="1903188"/>
                </a:lnTo>
                <a:lnTo>
                  <a:pt x="635290" y="1928160"/>
                </a:lnTo>
                <a:lnTo>
                  <a:pt x="211981" y="1928160"/>
                </a:lnTo>
                <a:close/>
              </a:path>
              <a:path w="2561590" h="1928495">
                <a:moveTo>
                  <a:pt x="1278170" y="1928159"/>
                </a:moveTo>
                <a:lnTo>
                  <a:pt x="1282949" y="1894158"/>
                </a:lnTo>
                <a:lnTo>
                  <a:pt x="1287657" y="1847655"/>
                </a:lnTo>
                <a:lnTo>
                  <a:pt x="1290227" y="1806956"/>
                </a:lnTo>
                <a:lnTo>
                  <a:pt x="1290747" y="1766199"/>
                </a:lnTo>
                <a:lnTo>
                  <a:pt x="1289216" y="1725462"/>
                </a:lnTo>
                <a:lnTo>
                  <a:pt x="1285632" y="1684826"/>
                </a:lnTo>
                <a:lnTo>
                  <a:pt x="1280617" y="1635548"/>
                </a:lnTo>
                <a:lnTo>
                  <a:pt x="1277962" y="1586433"/>
                </a:lnTo>
                <a:lnTo>
                  <a:pt x="1277505" y="1537476"/>
                </a:lnTo>
                <a:lnTo>
                  <a:pt x="1279082" y="1488672"/>
                </a:lnTo>
                <a:lnTo>
                  <a:pt x="1282533" y="1440017"/>
                </a:lnTo>
                <a:lnTo>
                  <a:pt x="1287694" y="1391504"/>
                </a:lnTo>
                <a:lnTo>
                  <a:pt x="1294404" y="1343130"/>
                </a:lnTo>
                <a:lnTo>
                  <a:pt x="1302500" y="1294889"/>
                </a:lnTo>
                <a:lnTo>
                  <a:pt x="1311820" y="1246776"/>
                </a:lnTo>
                <a:lnTo>
                  <a:pt x="1322838" y="1196177"/>
                </a:lnTo>
                <a:lnTo>
                  <a:pt x="1334958" y="1146117"/>
                </a:lnTo>
                <a:lnTo>
                  <a:pt x="1348171" y="1096591"/>
                </a:lnTo>
                <a:lnTo>
                  <a:pt x="1362467" y="1047596"/>
                </a:lnTo>
                <a:lnTo>
                  <a:pt x="1377835" y="999128"/>
                </a:lnTo>
                <a:lnTo>
                  <a:pt x="1394265" y="951181"/>
                </a:lnTo>
                <a:lnTo>
                  <a:pt x="1411748" y="903752"/>
                </a:lnTo>
                <a:lnTo>
                  <a:pt x="1430274" y="856837"/>
                </a:lnTo>
                <a:lnTo>
                  <a:pt x="1449833" y="810431"/>
                </a:lnTo>
                <a:lnTo>
                  <a:pt x="1470415" y="764531"/>
                </a:lnTo>
                <a:lnTo>
                  <a:pt x="1492009" y="719131"/>
                </a:lnTo>
                <a:lnTo>
                  <a:pt x="1514607" y="674228"/>
                </a:lnTo>
                <a:lnTo>
                  <a:pt x="1538197" y="629818"/>
                </a:lnTo>
                <a:lnTo>
                  <a:pt x="1562771" y="585895"/>
                </a:lnTo>
                <a:lnTo>
                  <a:pt x="1588318" y="542457"/>
                </a:lnTo>
                <a:lnTo>
                  <a:pt x="1614829" y="499498"/>
                </a:lnTo>
                <a:lnTo>
                  <a:pt x="1642292" y="457015"/>
                </a:lnTo>
                <a:lnTo>
                  <a:pt x="1670700" y="415004"/>
                </a:lnTo>
                <a:lnTo>
                  <a:pt x="1700040" y="373459"/>
                </a:lnTo>
                <a:lnTo>
                  <a:pt x="1730305" y="332377"/>
                </a:lnTo>
                <a:lnTo>
                  <a:pt x="1745079" y="313127"/>
                </a:lnTo>
                <a:lnTo>
                  <a:pt x="1761482" y="291754"/>
                </a:lnTo>
                <a:lnTo>
                  <a:pt x="1793564" y="251585"/>
                </a:lnTo>
                <a:lnTo>
                  <a:pt x="1826539" y="211867"/>
                </a:lnTo>
                <a:lnTo>
                  <a:pt x="1850951" y="182010"/>
                </a:lnTo>
                <a:lnTo>
                  <a:pt x="1876151" y="152832"/>
                </a:lnTo>
                <a:lnTo>
                  <a:pt x="1902128" y="124347"/>
                </a:lnTo>
                <a:lnTo>
                  <a:pt x="1928869" y="96573"/>
                </a:lnTo>
                <a:lnTo>
                  <a:pt x="1984310" y="51330"/>
                </a:lnTo>
                <a:lnTo>
                  <a:pt x="2017056" y="27423"/>
                </a:lnTo>
                <a:lnTo>
                  <a:pt x="2053960" y="0"/>
                </a:lnTo>
                <a:lnTo>
                  <a:pt x="2062887" y="45024"/>
                </a:lnTo>
                <a:lnTo>
                  <a:pt x="2071054" y="84635"/>
                </a:lnTo>
                <a:lnTo>
                  <a:pt x="2077857" y="120730"/>
                </a:lnTo>
                <a:lnTo>
                  <a:pt x="2082695" y="155206"/>
                </a:lnTo>
                <a:lnTo>
                  <a:pt x="2087001" y="206163"/>
                </a:lnTo>
                <a:lnTo>
                  <a:pt x="2089053" y="256724"/>
                </a:lnTo>
                <a:lnTo>
                  <a:pt x="2088940" y="306905"/>
                </a:lnTo>
                <a:lnTo>
                  <a:pt x="2086750" y="356718"/>
                </a:lnTo>
                <a:lnTo>
                  <a:pt x="2082572" y="406179"/>
                </a:lnTo>
                <a:lnTo>
                  <a:pt x="2076495" y="455301"/>
                </a:lnTo>
                <a:lnTo>
                  <a:pt x="2068607" y="504099"/>
                </a:lnTo>
                <a:lnTo>
                  <a:pt x="2058997" y="552586"/>
                </a:lnTo>
                <a:lnTo>
                  <a:pt x="2047752" y="600778"/>
                </a:lnTo>
                <a:lnTo>
                  <a:pt x="2034963" y="648688"/>
                </a:lnTo>
                <a:lnTo>
                  <a:pt x="2020717" y="696330"/>
                </a:lnTo>
                <a:lnTo>
                  <a:pt x="2005103" y="743719"/>
                </a:lnTo>
                <a:lnTo>
                  <a:pt x="1988210" y="790868"/>
                </a:lnTo>
                <a:lnTo>
                  <a:pt x="1970125" y="837792"/>
                </a:lnTo>
                <a:lnTo>
                  <a:pt x="1950939" y="884506"/>
                </a:lnTo>
                <a:lnTo>
                  <a:pt x="1930531" y="931544"/>
                </a:lnTo>
                <a:lnTo>
                  <a:pt x="1909292" y="978028"/>
                </a:lnTo>
                <a:lnTo>
                  <a:pt x="1887211" y="1023952"/>
                </a:lnTo>
                <a:lnTo>
                  <a:pt x="1864277" y="1069307"/>
                </a:lnTo>
                <a:lnTo>
                  <a:pt x="1840477" y="1114087"/>
                </a:lnTo>
                <a:lnTo>
                  <a:pt x="1815800" y="1158283"/>
                </a:lnTo>
                <a:lnTo>
                  <a:pt x="1790234" y="1201888"/>
                </a:lnTo>
                <a:lnTo>
                  <a:pt x="1763767" y="1244895"/>
                </a:lnTo>
                <a:lnTo>
                  <a:pt x="1736388" y="1287296"/>
                </a:lnTo>
                <a:lnTo>
                  <a:pt x="1708086" y="1329083"/>
                </a:lnTo>
                <a:lnTo>
                  <a:pt x="1678848" y="1370250"/>
                </a:lnTo>
                <a:lnTo>
                  <a:pt x="1648664" y="1410789"/>
                </a:lnTo>
                <a:lnTo>
                  <a:pt x="1617520" y="1450691"/>
                </a:lnTo>
                <a:lnTo>
                  <a:pt x="1585406" y="1489950"/>
                </a:lnTo>
                <a:lnTo>
                  <a:pt x="1552311" y="1528559"/>
                </a:lnTo>
                <a:lnTo>
                  <a:pt x="1518221" y="1566509"/>
                </a:lnTo>
                <a:lnTo>
                  <a:pt x="1483127" y="1603794"/>
                </a:lnTo>
                <a:lnTo>
                  <a:pt x="1447015" y="1640405"/>
                </a:lnTo>
                <a:lnTo>
                  <a:pt x="1432956" y="1656056"/>
                </a:lnTo>
                <a:lnTo>
                  <a:pt x="1410144" y="1693735"/>
                </a:lnTo>
                <a:lnTo>
                  <a:pt x="1395247" y="1767668"/>
                </a:lnTo>
                <a:lnTo>
                  <a:pt x="1386949" y="1821853"/>
                </a:lnTo>
                <a:lnTo>
                  <a:pt x="1379158" y="1876098"/>
                </a:lnTo>
                <a:lnTo>
                  <a:pt x="1371966" y="1928159"/>
                </a:lnTo>
                <a:lnTo>
                  <a:pt x="1278170" y="1928159"/>
                </a:lnTo>
                <a:close/>
              </a:path>
              <a:path w="2561590" h="1928495">
                <a:moveTo>
                  <a:pt x="1077215" y="1928159"/>
                </a:moveTo>
                <a:lnTo>
                  <a:pt x="1046424" y="1888620"/>
                </a:lnTo>
                <a:lnTo>
                  <a:pt x="878105" y="1760225"/>
                </a:lnTo>
                <a:lnTo>
                  <a:pt x="843237" y="1728332"/>
                </a:lnTo>
                <a:lnTo>
                  <a:pt x="808513" y="1694446"/>
                </a:lnTo>
                <a:lnTo>
                  <a:pt x="774903" y="1659547"/>
                </a:lnTo>
                <a:lnTo>
                  <a:pt x="742357" y="1623679"/>
                </a:lnTo>
                <a:lnTo>
                  <a:pt x="710821" y="1586888"/>
                </a:lnTo>
                <a:lnTo>
                  <a:pt x="680246" y="1549219"/>
                </a:lnTo>
                <a:lnTo>
                  <a:pt x="650578" y="1510715"/>
                </a:lnTo>
                <a:lnTo>
                  <a:pt x="621766" y="1471421"/>
                </a:lnTo>
                <a:lnTo>
                  <a:pt x="593759" y="1431383"/>
                </a:lnTo>
                <a:lnTo>
                  <a:pt x="566504" y="1390644"/>
                </a:lnTo>
                <a:lnTo>
                  <a:pt x="539950" y="1349250"/>
                </a:lnTo>
                <a:lnTo>
                  <a:pt x="435595" y="1178671"/>
                </a:lnTo>
                <a:lnTo>
                  <a:pt x="408836" y="1136189"/>
                </a:lnTo>
                <a:lnTo>
                  <a:pt x="381570" y="1094152"/>
                </a:lnTo>
                <a:lnTo>
                  <a:pt x="353593" y="1052582"/>
                </a:lnTo>
                <a:lnTo>
                  <a:pt x="324773" y="1011618"/>
                </a:lnTo>
                <a:lnTo>
                  <a:pt x="294963" y="971371"/>
                </a:lnTo>
                <a:lnTo>
                  <a:pt x="264013" y="931950"/>
                </a:lnTo>
                <a:lnTo>
                  <a:pt x="231773" y="893467"/>
                </a:lnTo>
                <a:lnTo>
                  <a:pt x="198096" y="856030"/>
                </a:lnTo>
                <a:lnTo>
                  <a:pt x="162831" y="819750"/>
                </a:lnTo>
                <a:lnTo>
                  <a:pt x="125829" y="784737"/>
                </a:lnTo>
                <a:lnTo>
                  <a:pt x="86943" y="751101"/>
                </a:lnTo>
                <a:lnTo>
                  <a:pt x="114754" y="726504"/>
                </a:lnTo>
                <a:lnTo>
                  <a:pt x="143476" y="715759"/>
                </a:lnTo>
                <a:lnTo>
                  <a:pt x="172726" y="715161"/>
                </a:lnTo>
                <a:lnTo>
                  <a:pt x="202121" y="721004"/>
                </a:lnTo>
                <a:lnTo>
                  <a:pt x="251385" y="734923"/>
                </a:lnTo>
                <a:lnTo>
                  <a:pt x="299773" y="750499"/>
                </a:lnTo>
                <a:lnTo>
                  <a:pt x="347120" y="768142"/>
                </a:lnTo>
                <a:lnTo>
                  <a:pt x="393262" y="788263"/>
                </a:lnTo>
                <a:lnTo>
                  <a:pt x="438033" y="811270"/>
                </a:lnTo>
                <a:lnTo>
                  <a:pt x="481267" y="837575"/>
                </a:lnTo>
                <a:lnTo>
                  <a:pt x="522800" y="867585"/>
                </a:lnTo>
                <a:lnTo>
                  <a:pt x="562466" y="901712"/>
                </a:lnTo>
                <a:lnTo>
                  <a:pt x="599384" y="937077"/>
                </a:lnTo>
                <a:lnTo>
                  <a:pt x="635234" y="972841"/>
                </a:lnTo>
                <a:lnTo>
                  <a:pt x="670394" y="1009426"/>
                </a:lnTo>
                <a:lnTo>
                  <a:pt x="704434" y="1046447"/>
                </a:lnTo>
                <a:lnTo>
                  <a:pt x="737463" y="1084058"/>
                </a:lnTo>
                <a:lnTo>
                  <a:pt x="769455" y="1122275"/>
                </a:lnTo>
                <a:lnTo>
                  <a:pt x="800384" y="1161119"/>
                </a:lnTo>
                <a:lnTo>
                  <a:pt x="830224" y="1200607"/>
                </a:lnTo>
                <a:lnTo>
                  <a:pt x="858949" y="1240757"/>
                </a:lnTo>
                <a:lnTo>
                  <a:pt x="886534" y="1281588"/>
                </a:lnTo>
                <a:lnTo>
                  <a:pt x="912953" y="1323120"/>
                </a:lnTo>
                <a:lnTo>
                  <a:pt x="938180" y="1365369"/>
                </a:lnTo>
                <a:lnTo>
                  <a:pt x="962188" y="1408354"/>
                </a:lnTo>
                <a:lnTo>
                  <a:pt x="984953" y="1452094"/>
                </a:lnTo>
                <a:lnTo>
                  <a:pt x="1006448" y="1496608"/>
                </a:lnTo>
                <a:lnTo>
                  <a:pt x="1026647" y="1541913"/>
                </a:lnTo>
                <a:lnTo>
                  <a:pt x="1045525" y="1588029"/>
                </a:lnTo>
                <a:lnTo>
                  <a:pt x="1063055" y="1634972"/>
                </a:lnTo>
                <a:lnTo>
                  <a:pt x="1079213" y="1682763"/>
                </a:lnTo>
                <a:lnTo>
                  <a:pt x="1093971" y="1731420"/>
                </a:lnTo>
                <a:lnTo>
                  <a:pt x="1107304" y="1780960"/>
                </a:lnTo>
                <a:lnTo>
                  <a:pt x="1119187" y="1831402"/>
                </a:lnTo>
                <a:lnTo>
                  <a:pt x="1132113" y="1881921"/>
                </a:lnTo>
                <a:lnTo>
                  <a:pt x="1146743" y="1928159"/>
                </a:lnTo>
                <a:lnTo>
                  <a:pt x="1077215" y="1928159"/>
                </a:lnTo>
                <a:close/>
              </a:path>
              <a:path w="2561590" h="1928495">
                <a:moveTo>
                  <a:pt x="954618" y="1823468"/>
                </a:moveTo>
                <a:lnTo>
                  <a:pt x="916238" y="1792888"/>
                </a:lnTo>
                <a:lnTo>
                  <a:pt x="877441" y="1759718"/>
                </a:lnTo>
                <a:lnTo>
                  <a:pt x="1046424" y="1888620"/>
                </a:lnTo>
                <a:lnTo>
                  <a:pt x="994320" y="1852856"/>
                </a:lnTo>
                <a:lnTo>
                  <a:pt x="954618" y="1823468"/>
                </a:lnTo>
                <a:close/>
              </a:path>
            </a:pathLst>
          </a:custGeom>
          <a:solidFill>
            <a:srgbClr val="E8C29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" y="4265590"/>
            <a:ext cx="1686840" cy="1518871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875608" y="1"/>
            <a:ext cx="2936059" cy="8521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4771" y="478229"/>
            <a:ext cx="7172324" cy="52863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0206" y="6039829"/>
            <a:ext cx="10410824" cy="2895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4573" y="1077103"/>
            <a:ext cx="10591799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2804" y="5561327"/>
            <a:ext cx="4400549" cy="2285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7013" y="1269673"/>
            <a:ext cx="11591924" cy="33146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7013" y="5143500"/>
            <a:ext cx="4705349" cy="16001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954" y="944765"/>
            <a:ext cx="8515349" cy="56387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0954" y="6801298"/>
            <a:ext cx="3933824" cy="2124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6947" y="366436"/>
            <a:ext cx="8629649" cy="62102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1425" y="6981378"/>
            <a:ext cx="4152899" cy="1952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8854" y="1015186"/>
            <a:ext cx="11706224" cy="42195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3037" y="5628988"/>
            <a:ext cx="4210049" cy="1666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8963" y="1204007"/>
            <a:ext cx="10896599" cy="38290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8963" y="5561327"/>
            <a:ext cx="3686174" cy="28289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7944" y="518567"/>
            <a:ext cx="7019924" cy="34766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7944" y="4612744"/>
            <a:ext cx="9429749" cy="26193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6858" y="1028700"/>
            <a:ext cx="12296774" cy="38385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6858" y="5143500"/>
            <a:ext cx="4591049" cy="2676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3641" y="833057"/>
            <a:ext cx="10582274" cy="36194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3641" y="5143500"/>
            <a:ext cx="4000499" cy="2886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4937" y="731937"/>
            <a:ext cx="10496549" cy="49625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4937" y="5862393"/>
            <a:ext cx="6829424" cy="24098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5256" y="266948"/>
            <a:ext cx="8972549" cy="61531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5954" y="6926529"/>
            <a:ext cx="5876924" cy="2333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ABHISHEK KALKHANDEY</dc:creator>
  <cp:keywords>DAHKAYwfdx8,BAHGiFwO4TI,0</cp:keywords>
  <dc:title>Untitled design</dc:title>
  <dcterms:created xsi:type="dcterms:W3CDTF">2026-05-18T10:06:16Z</dcterms:created>
  <dcterms:modified xsi:type="dcterms:W3CDTF">2026-05-18T10:06:16Z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2026-05-18T00:00:00Z</vt:filetime>
  </property>
  <property fmtid="{D5CDD505-2E9C-101B-9397-08002B2CF9AE}" pid="3" name="Creator">
    <vt:lpwstr>Canva</vt:lpwstr>
  </property>
  <property fmtid="{D5CDD505-2E9C-101B-9397-08002B2CF9AE}" pid="4" name="LastSaved">
    <vt:filetime>2026-05-18T00:00:00Z</vt:filetime>
  </property>
  <property fmtid="{D5CDD505-2E9C-101B-9397-08002B2CF9AE}" pid="5" name="Producer">
    <vt:lpwstr>Canva</vt:lpwstr>
  </property>
</Properties>
</file>